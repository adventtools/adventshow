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66" y="-5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16-Oct-13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16-Oct-13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Este soare azi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viaţa mea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405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Este soare azi în viaţa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Soare fără de apus,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Minunată-i strălucirea 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când am pe Isus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Este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soare, numai soare,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Fericite clipe-acum trăiesc;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Hristos Şi-arată faţa 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Este soare-n viaţa mea!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cântec azi e-n viaţa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Cântec nou, nemaicântat,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mi-ascultă inima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om răscumpărat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Este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soare, numai soare,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Fericite clipe-acum trăiesc;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Hristos Şi-arată faţa 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Este soare-n viaţa mea!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Primăvară azi e-n viaţa mea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aproape-i Domnul meu,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Pacea Lui îmi umple inima: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Sunt fiu de Dumnezeu.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Este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soare, numai soare,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Fericite clipe-acum trăiesc;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Hristos Şi-arată faţa 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Este soare-n viaţa mea!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Fericită azi e viaţa mea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un cântec de Sabat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tot ce vrea Isus să-mi dea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pentru ce mi-a dat.</a:t>
            </a:r>
            <a:endParaRPr lang="vi-VN" altLang="ro-RO" sz="38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Este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soare, numai soare,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Fericite clipe-acum trăiesc;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Isus Hristos Şi-arată faţa 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Este soare-n viaţa mea!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2365</TotalTime>
  <Words>206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Ionut I</cp:lastModifiedBy>
  <cp:revision>521</cp:revision>
  <dcterms:created xsi:type="dcterms:W3CDTF">2013-10-07T13:04:08Z</dcterms:created>
  <dcterms:modified xsi:type="dcterms:W3CDTF">2013-10-16T11:15:17Z</dcterms:modified>
  <cp:contentStatus>test</cp:contentStatus>
</cp:coreProperties>
</file>